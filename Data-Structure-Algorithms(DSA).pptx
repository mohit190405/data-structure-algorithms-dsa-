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58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41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087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73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39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95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87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69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62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80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065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9834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116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24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587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336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67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68814-ED68-4578-BBA9-2CE031155B2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CA22C-4383-4B46-9CD0-7768E2CED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584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653E-8DAA-42E8-9113-91AB48A7F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168" y="2852257"/>
            <a:ext cx="11435592" cy="959710"/>
          </a:xfrm>
        </p:spPr>
        <p:txBody>
          <a:bodyPr/>
          <a:lstStyle/>
          <a:p>
            <a:pPr algn="just"/>
            <a:r>
              <a:rPr lang="en-IN" dirty="0">
                <a:latin typeface="Segoe UI Variable Small" pitchFamily="2" charset="0"/>
              </a:rPr>
              <a:t>Data-Structure-Algorithms   (DSA)</a:t>
            </a:r>
          </a:p>
        </p:txBody>
      </p:sp>
    </p:spTree>
    <p:extLst>
      <p:ext uri="{BB962C8B-B14F-4D97-AF65-F5344CB8AC3E}">
        <p14:creationId xmlns:p14="http://schemas.microsoft.com/office/powerpoint/2010/main" val="399154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9006-300E-5FC7-D005-F15644D7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15D71-ED8B-AA79-4562-EC2847CC3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b="1" dirty="0"/>
              <a:t>(DSA IN C++ ) Full Stack Development</a:t>
            </a:r>
            <a:r>
              <a:rPr lang="en-IN" dirty="0"/>
              <a:t>, </a:t>
            </a:r>
            <a:r>
              <a:rPr lang="en-IN" b="1" dirty="0"/>
              <a:t>Data Science / Analytics</a:t>
            </a:r>
            <a:r>
              <a:rPr lang="en-IN" dirty="0"/>
              <a:t>, aur </a:t>
            </a:r>
            <a:r>
              <a:rPr lang="en-IN" b="1" dirty="0"/>
              <a:t>React Native Development</a:t>
            </a:r>
            <a:r>
              <a:rPr lang="en-IN" dirty="0"/>
              <a:t> sab ek </a:t>
            </a:r>
            <a:r>
              <a:rPr lang="en-IN" dirty="0" err="1"/>
              <a:t>saath</a:t>
            </a:r>
            <a:r>
              <a:rPr lang="en-IN" dirty="0"/>
              <a:t> seekh </a:t>
            </a:r>
            <a:r>
              <a:rPr lang="en-IN" dirty="0" err="1"/>
              <a:t>rahe</a:t>
            </a:r>
            <a:r>
              <a:rPr lang="en-IN" dirty="0"/>
              <a:t> </a:t>
            </a:r>
            <a:r>
              <a:rPr lang="en-IN" dirty="0" err="1"/>
              <a:t>ho</a:t>
            </a:r>
            <a:r>
              <a:rPr lang="en-IN" dirty="0"/>
              <a:t>, to </a:t>
            </a:r>
            <a:r>
              <a:rPr lang="en-IN" b="1" dirty="0"/>
              <a:t>DSA (Data Structures and Algorithms)</a:t>
            </a:r>
            <a:r>
              <a:rPr lang="en-IN" dirty="0"/>
              <a:t> C++ me </a:t>
            </a:r>
            <a:r>
              <a:rPr lang="en-IN" dirty="0" err="1"/>
              <a:t>seekhna</a:t>
            </a:r>
            <a:r>
              <a:rPr lang="en-IN" dirty="0"/>
              <a:t> ek strong foundation </a:t>
            </a:r>
            <a:r>
              <a:rPr lang="en-IN" dirty="0" err="1"/>
              <a:t>deta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.</a:t>
            </a:r>
          </a:p>
          <a:p>
            <a:pPr algn="just"/>
            <a:r>
              <a:rPr lang="en-IN" dirty="0"/>
              <a:t>DSA </a:t>
            </a:r>
            <a:r>
              <a:rPr lang="en-IN" dirty="0" err="1"/>
              <a:t>ke</a:t>
            </a:r>
            <a:r>
              <a:rPr lang="en-IN" dirty="0"/>
              <a:t> topics </a:t>
            </a:r>
            <a:r>
              <a:rPr lang="en-IN" dirty="0" err="1"/>
              <a:t>aise</a:t>
            </a:r>
            <a:r>
              <a:rPr lang="en-IN" dirty="0"/>
              <a:t> </a:t>
            </a:r>
            <a:r>
              <a:rPr lang="en-IN" dirty="0" err="1"/>
              <a:t>hote</a:t>
            </a:r>
            <a:r>
              <a:rPr lang="en-IN" dirty="0"/>
              <a:t> hain jo </a:t>
            </a:r>
            <a:r>
              <a:rPr lang="en-IN" dirty="0" err="1"/>
              <a:t>aapko</a:t>
            </a:r>
            <a:r>
              <a:rPr lang="en-IN" dirty="0"/>
              <a:t> logical thinking, problem-solving aur code optimization me help </a:t>
            </a:r>
            <a:r>
              <a:rPr lang="en-IN" dirty="0" err="1"/>
              <a:t>karte</a:t>
            </a:r>
            <a:r>
              <a:rPr lang="en-IN" dirty="0"/>
              <a:t> hain — ye </a:t>
            </a:r>
            <a:r>
              <a:rPr lang="en-IN" dirty="0" err="1"/>
              <a:t>har</a:t>
            </a:r>
            <a:r>
              <a:rPr lang="en-IN" dirty="0"/>
              <a:t> field me </a:t>
            </a:r>
            <a:r>
              <a:rPr lang="en-IN" dirty="0" err="1"/>
              <a:t>kaam</a:t>
            </a:r>
            <a:r>
              <a:rPr lang="en-IN" dirty="0"/>
              <a:t> </a:t>
            </a:r>
            <a:r>
              <a:rPr lang="en-IN" dirty="0" err="1"/>
              <a:t>aata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, </a:t>
            </a:r>
            <a:r>
              <a:rPr lang="en-IN" dirty="0" err="1"/>
              <a:t>chahe</a:t>
            </a:r>
            <a:r>
              <a:rPr lang="en-IN" dirty="0"/>
              <a:t> backend logic </a:t>
            </a:r>
            <a:r>
              <a:rPr lang="en-IN" dirty="0" err="1"/>
              <a:t>likhna</a:t>
            </a:r>
            <a:r>
              <a:rPr lang="en-IN" dirty="0"/>
              <a:t> </a:t>
            </a:r>
            <a:r>
              <a:rPr lang="en-IN" dirty="0" err="1"/>
              <a:t>ho</a:t>
            </a:r>
            <a:r>
              <a:rPr lang="en-IN" dirty="0"/>
              <a:t>, data process </a:t>
            </a:r>
            <a:r>
              <a:rPr lang="en-IN" dirty="0" err="1"/>
              <a:t>karna</a:t>
            </a:r>
            <a:r>
              <a:rPr lang="en-IN" dirty="0"/>
              <a:t> </a:t>
            </a:r>
            <a:r>
              <a:rPr lang="en-IN" dirty="0" err="1"/>
              <a:t>ho</a:t>
            </a:r>
            <a:r>
              <a:rPr lang="en-IN" dirty="0"/>
              <a:t>, </a:t>
            </a:r>
            <a:r>
              <a:rPr lang="en-IN" dirty="0" err="1"/>
              <a:t>ya</a:t>
            </a:r>
            <a:r>
              <a:rPr lang="en-IN" dirty="0"/>
              <a:t> app performance optimize </a:t>
            </a:r>
            <a:r>
              <a:rPr lang="en-IN" dirty="0" err="1"/>
              <a:t>karna</a:t>
            </a:r>
            <a:r>
              <a:rPr lang="en-IN" dirty="0"/>
              <a:t> ho.</a:t>
            </a:r>
          </a:p>
          <a:p>
            <a:pPr algn="just"/>
            <a:r>
              <a:rPr lang="en-IN" dirty="0"/>
              <a:t>Yahan </a:t>
            </a:r>
            <a:r>
              <a:rPr lang="en-IN" b="1" dirty="0"/>
              <a:t>DSA </a:t>
            </a:r>
            <a:r>
              <a:rPr lang="en-IN" b="1" dirty="0" err="1"/>
              <a:t>ke</a:t>
            </a:r>
            <a:r>
              <a:rPr lang="en-IN" b="1" dirty="0"/>
              <a:t> major topics</a:t>
            </a:r>
            <a:r>
              <a:rPr lang="en-IN" dirty="0"/>
              <a:t> ka complete list diya </a:t>
            </a:r>
            <a:r>
              <a:rPr lang="en-IN" dirty="0" err="1"/>
              <a:t>gaya</a:t>
            </a:r>
            <a:r>
              <a:rPr lang="en-IN" dirty="0"/>
              <a:t> </a:t>
            </a:r>
            <a:r>
              <a:rPr lang="en-IN" dirty="0" err="1"/>
              <a:t>hai</a:t>
            </a:r>
            <a:r>
              <a:rPr lang="en-IN" dirty="0"/>
              <a:t> — practical order me, </a:t>
            </a:r>
            <a:r>
              <a:rPr lang="en-IN" dirty="0" err="1"/>
              <a:t>jise</a:t>
            </a:r>
            <a:r>
              <a:rPr lang="en-IN" dirty="0"/>
              <a:t> follow </a:t>
            </a:r>
            <a:r>
              <a:rPr lang="en-IN" dirty="0" err="1"/>
              <a:t>karke</a:t>
            </a:r>
            <a:r>
              <a:rPr lang="en-IN" dirty="0"/>
              <a:t> </a:t>
            </a:r>
            <a:r>
              <a:rPr lang="en-IN" dirty="0" err="1"/>
              <a:t>aap</a:t>
            </a:r>
            <a:r>
              <a:rPr lang="en-IN" dirty="0"/>
              <a:t> systematically master </a:t>
            </a:r>
            <a:r>
              <a:rPr lang="en-IN" dirty="0" err="1"/>
              <a:t>kar</a:t>
            </a:r>
            <a:r>
              <a:rPr lang="en-IN" dirty="0"/>
              <a:t> </a:t>
            </a:r>
            <a:r>
              <a:rPr lang="en-IN" dirty="0" err="1"/>
              <a:t>sakte</a:t>
            </a:r>
            <a:r>
              <a:rPr lang="en-IN" dirty="0"/>
              <a:t> </a:t>
            </a:r>
            <a:r>
              <a:rPr lang="en-IN" dirty="0" err="1"/>
              <a:t>ho</a:t>
            </a:r>
            <a:r>
              <a:rPr lang="en-IN" dirty="0"/>
              <a:t>: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9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9F364-576C-FFDB-5924-4FC0B912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Basics of Programming in C++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CF87F-4DB7-1A2A-5216-0F8013CC3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Input / Output</a:t>
            </a:r>
          </a:p>
          <a:p>
            <a:pPr lvl="0"/>
            <a:r>
              <a:rPr lang="en-IN" dirty="0"/>
              <a:t>Loops</a:t>
            </a:r>
          </a:p>
          <a:p>
            <a:pPr lvl="0"/>
            <a:r>
              <a:rPr lang="en-IN" dirty="0"/>
              <a:t>Conditionals</a:t>
            </a:r>
          </a:p>
          <a:p>
            <a:pPr lvl="0"/>
            <a:r>
              <a:rPr lang="en-IN" dirty="0"/>
              <a:t>Functions</a:t>
            </a:r>
          </a:p>
          <a:p>
            <a:pPr lvl="0"/>
            <a:r>
              <a:rPr lang="en-IN" dirty="0"/>
              <a:t>Recursion Basics</a:t>
            </a:r>
          </a:p>
          <a:p>
            <a:pPr lvl="0"/>
            <a:r>
              <a:rPr lang="en-IN" dirty="0"/>
              <a:t>Time &amp; Space Complexity (Big O Notation)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4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D8E8-8D55-95AF-8303-8091AA4D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Arrays and Strings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AD584-9289-DBF2-894C-50D6AC1E4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Static &amp; Dynamic Arrays</a:t>
            </a:r>
          </a:p>
          <a:p>
            <a:pPr lvl="0"/>
            <a:r>
              <a:rPr lang="en-IN" dirty="0"/>
              <a:t>Prefix Sum / Sliding Window</a:t>
            </a:r>
          </a:p>
          <a:p>
            <a:pPr lvl="0"/>
            <a:r>
              <a:rPr lang="en-IN" dirty="0"/>
              <a:t>Two Pointer Technique</a:t>
            </a:r>
          </a:p>
          <a:p>
            <a:pPr lvl="0"/>
            <a:r>
              <a:rPr lang="en-IN" dirty="0"/>
              <a:t>Sorting (Bubble, Selection, Insertion, Merge, Quick, Counting, etc.)</a:t>
            </a:r>
          </a:p>
          <a:p>
            <a:pPr lvl="0"/>
            <a:r>
              <a:rPr lang="en-IN" dirty="0"/>
              <a:t>Searching (Linear, Binary Search)</a:t>
            </a:r>
          </a:p>
          <a:p>
            <a:pPr lvl="0"/>
            <a:r>
              <a:rPr lang="en-IN" dirty="0"/>
              <a:t>String Operations &amp; Pattern Matching (KMP, Rabin-Karp)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998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E6BE-D968-EC2F-EF1A-CE01BC05F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Linked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2A30-56FF-97B1-24BC-BA7F1865A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Singly Linked List</a:t>
            </a:r>
          </a:p>
          <a:p>
            <a:pPr lvl="0"/>
            <a:r>
              <a:rPr lang="en-IN" dirty="0"/>
              <a:t>Doubly Linked List</a:t>
            </a:r>
          </a:p>
          <a:p>
            <a:pPr lvl="0"/>
            <a:r>
              <a:rPr lang="en-IN" dirty="0"/>
              <a:t>Circular Linked List</a:t>
            </a:r>
          </a:p>
          <a:p>
            <a:pPr lvl="0"/>
            <a:r>
              <a:rPr lang="en-IN" dirty="0"/>
              <a:t>Operations (Insertion, Deletion, Reverse, Middle Node, etc.)</a:t>
            </a:r>
          </a:p>
          <a:p>
            <a:pPr lvl="0"/>
            <a:r>
              <a:rPr lang="en-IN" dirty="0"/>
              <a:t>Detecting Loops (Floyd’s Algorithm)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9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EAD8-57B3-24DB-EABF-93C58E47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Stack and Queue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3A5E4-60E8-1016-90CE-344C84744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Stack (Using Array / Linked List)</a:t>
            </a:r>
          </a:p>
          <a:p>
            <a:pPr lvl="0"/>
            <a:r>
              <a:rPr lang="en-IN" dirty="0"/>
              <a:t>Queue (Simple, Circular, Deque, Priority Queue)</a:t>
            </a:r>
          </a:p>
          <a:p>
            <a:pPr lvl="0"/>
            <a:r>
              <a:rPr lang="en-IN" dirty="0"/>
              <a:t>Applications (Parenthesis Matching, Expression Evaluation,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18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5DF0-E8DD-5243-9421-2AC81F7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5. Trees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D9F7D-082C-CA06-A17F-E38CDBDF5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Binary Tree, Binary Search Tree (BST)</a:t>
            </a:r>
          </a:p>
          <a:p>
            <a:pPr lvl="0"/>
            <a:r>
              <a:rPr lang="en-IN" dirty="0"/>
              <a:t>Traversals (</a:t>
            </a:r>
            <a:r>
              <a:rPr lang="en-IN" dirty="0" err="1"/>
              <a:t>Inorder</a:t>
            </a:r>
            <a:r>
              <a:rPr lang="en-IN" dirty="0"/>
              <a:t>, Preorder, </a:t>
            </a:r>
            <a:r>
              <a:rPr lang="en-IN" dirty="0" err="1"/>
              <a:t>Postorder</a:t>
            </a:r>
            <a:r>
              <a:rPr lang="en-IN" dirty="0"/>
              <a:t>, Level Order)</a:t>
            </a:r>
          </a:p>
          <a:p>
            <a:pPr lvl="0"/>
            <a:r>
              <a:rPr lang="en-IN" dirty="0"/>
              <a:t>Height, Diameter, Mirror, Lowest Common Ancestor (LCA)</a:t>
            </a:r>
          </a:p>
          <a:p>
            <a:pPr lvl="0"/>
            <a:r>
              <a:rPr lang="en-IN" dirty="0"/>
              <a:t>Balanced Trees (AVL, Red-Black Basics)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595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8EB4-7E4A-816F-5CB4-98DC57C5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6. Heap &amp; Priority Queue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FB689-FC04-65F3-1E71-07992299C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Min Heap / Max Heap</a:t>
            </a:r>
          </a:p>
          <a:p>
            <a:pPr lvl="0"/>
            <a:r>
              <a:rPr lang="en-IN" dirty="0"/>
              <a:t>Heap Sort</a:t>
            </a:r>
          </a:p>
          <a:p>
            <a:pPr lvl="0"/>
            <a:r>
              <a:rPr lang="en-IN" dirty="0"/>
              <a:t>Applications (Kth Largest Element, Merging K Sorted Lists,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87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9C03-95FC-50BC-C6F1-D4E8BA31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7. Graphs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49D8C-BBE7-67FC-D2C3-DF3FF581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Representation (Adjacency Matrix/List)</a:t>
            </a:r>
          </a:p>
          <a:p>
            <a:pPr lvl="0"/>
            <a:r>
              <a:rPr lang="en-IN" dirty="0"/>
              <a:t>BFS / DFS</a:t>
            </a:r>
          </a:p>
          <a:p>
            <a:pPr lvl="0"/>
            <a:r>
              <a:rPr lang="en-IN" dirty="0"/>
              <a:t>Shortest Path (Dijkstra, Bellman-Ford, Floyd-</a:t>
            </a:r>
            <a:r>
              <a:rPr lang="en-IN" dirty="0" err="1"/>
              <a:t>Warshall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Minimum Spanning Tree (Kruskal, Prim)</a:t>
            </a:r>
          </a:p>
          <a:p>
            <a:pPr lvl="0"/>
            <a:r>
              <a:rPr lang="en-IN" dirty="0"/>
              <a:t>Topological Sort</a:t>
            </a:r>
          </a:p>
          <a:p>
            <a:pPr lvl="0"/>
            <a:r>
              <a:rPr lang="en-IN" dirty="0"/>
              <a:t>Detect Cycle in Graph (Directed/Undirected)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78B7-7EB5-1721-EEE9-E5C120C99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8. Recursion &amp; Backtracking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56D40-BF76-1C15-AA50-2378B61F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Factorial, Fibonacci, Power Function</a:t>
            </a:r>
          </a:p>
          <a:p>
            <a:pPr lvl="0"/>
            <a:r>
              <a:rPr lang="en-IN" dirty="0"/>
              <a:t>Subset / Subsequence Generation</a:t>
            </a:r>
          </a:p>
          <a:p>
            <a:pPr lvl="0"/>
            <a:r>
              <a:rPr lang="en-IN" dirty="0"/>
              <a:t>N-Queens, Sudoku Solver</a:t>
            </a:r>
          </a:p>
          <a:p>
            <a:pPr lvl="0"/>
            <a:r>
              <a:rPr lang="en-IN" dirty="0"/>
              <a:t>Rat in a Maze, Knight’s Tour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871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6FDD-9E70-27EF-6756-A1B67530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9. Dynamic Programming (DP)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6EAD5-B2BC-A1BB-6B05-11D7497D3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Memoization</a:t>
            </a:r>
            <a:r>
              <a:rPr lang="en-IN" dirty="0"/>
              <a:t> vs Tabulation</a:t>
            </a:r>
          </a:p>
          <a:p>
            <a:pPr lvl="0"/>
            <a:r>
              <a:rPr lang="en-IN" dirty="0"/>
              <a:t>Classic Problems: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Fibonacci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0/1 Knapsack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Longest Common Subsequence (LCS)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Longest Increasing Subsequence (LIS)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Matrix Chain Multiplication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Coin Change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DP on Grid, Subsets, Strings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83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C40D-CA84-8D77-AC17-7B80632D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10. Bit Manipulation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0EC11-AFEA-E377-848D-5CB87C83A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AND, OR, XOR, NOT</a:t>
            </a:r>
          </a:p>
          <a:p>
            <a:pPr lvl="0"/>
            <a:r>
              <a:rPr lang="en-IN" dirty="0"/>
              <a:t>Bit Masking</a:t>
            </a:r>
          </a:p>
          <a:p>
            <a:pPr lvl="0"/>
            <a:r>
              <a:rPr lang="en-IN" dirty="0"/>
              <a:t>Counting Set Bits</a:t>
            </a:r>
          </a:p>
          <a:p>
            <a:pPr lvl="0"/>
            <a:r>
              <a:rPr lang="en-IN" dirty="0"/>
              <a:t>Checking Power of 2</a:t>
            </a:r>
          </a:p>
          <a:p>
            <a:pPr lvl="0"/>
            <a:r>
              <a:rPr lang="en-IN" dirty="0"/>
              <a:t>Subsets using </a:t>
            </a:r>
            <a:r>
              <a:rPr lang="en-IN" dirty="0" err="1"/>
              <a:t>Bitmasking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17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19BA-C477-2AA2-946F-75970335A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11. Mathematics &amp; Number Theory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85AEA-15AC-23D3-225B-9673DE244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Prime Numbers (Sieve of Eratosthenes)</a:t>
            </a:r>
          </a:p>
          <a:p>
            <a:pPr lvl="0"/>
            <a:r>
              <a:rPr lang="en-IN" dirty="0"/>
              <a:t>GCD / LCM</a:t>
            </a:r>
          </a:p>
          <a:p>
            <a:pPr lvl="0"/>
            <a:r>
              <a:rPr lang="en-IN" dirty="0"/>
              <a:t>Modular Arithmetic</a:t>
            </a:r>
          </a:p>
          <a:p>
            <a:pPr lvl="0"/>
            <a:r>
              <a:rPr lang="en-IN" dirty="0"/>
              <a:t>Fast Exponentiation</a:t>
            </a:r>
          </a:p>
          <a:p>
            <a:pPr lvl="0"/>
            <a:r>
              <a:rPr lang="en-IN" dirty="0"/>
              <a:t>Combinatorics (</a:t>
            </a:r>
            <a:r>
              <a:rPr lang="en-IN" dirty="0" err="1"/>
              <a:t>nCr</a:t>
            </a:r>
            <a:r>
              <a:rPr lang="en-IN" dirty="0"/>
              <a:t>, nPr)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11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614E-F0AE-1AAA-9A78-16B28FAAF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12. Advanced Data Structures (Optional but Useful)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D901E-D689-2D63-4728-9757BF8BB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Trie (Prefix Tree)</a:t>
            </a:r>
          </a:p>
          <a:p>
            <a:pPr lvl="0"/>
            <a:r>
              <a:rPr lang="en-IN" dirty="0"/>
              <a:t>Segment Tree / Fenwick Tree (BIT)</a:t>
            </a:r>
          </a:p>
          <a:p>
            <a:pPr lvl="0"/>
            <a:r>
              <a:rPr lang="en-IN" dirty="0"/>
              <a:t>Disjoint Set Union (Union-Find)</a:t>
            </a:r>
          </a:p>
          <a:p>
            <a:pPr lvl="0"/>
            <a:r>
              <a:rPr lang="en-IN" dirty="0"/>
              <a:t>HashMap / HashSet (Implementation Concepts)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5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D96F-A0BF-7DF5-6576-8237E0A8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13. Practice-Focused Topics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5405-9A33-83F7-8B1B-5A971A8F5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Pattern-based Questions (on Arrays, Strings, Recursion, etc.)</a:t>
            </a:r>
          </a:p>
          <a:p>
            <a:pPr lvl="0"/>
            <a:r>
              <a:rPr lang="en-IN" dirty="0"/>
              <a:t>Competitive Programming Techniques</a:t>
            </a:r>
          </a:p>
          <a:p>
            <a:pPr lvl="0"/>
            <a:r>
              <a:rPr lang="en-IN" dirty="0"/>
              <a:t>Problem-solving patterns (Sliding Window, Two Pointers,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2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37</TotalTime>
  <Words>555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Segoe UI Variable Small</vt:lpstr>
      <vt:lpstr>Trebuchet MS</vt:lpstr>
      <vt:lpstr>Berlin</vt:lpstr>
      <vt:lpstr>Data-Structure-Algorithms   (DSA)</vt:lpstr>
      <vt:lpstr>Introduction</vt:lpstr>
      <vt:lpstr>1. Basics of Programming in C++</vt:lpstr>
      <vt:lpstr>2. Arrays and Strings</vt:lpstr>
      <vt:lpstr>3. Linked List</vt:lpstr>
      <vt:lpstr>4. Stack and Queue</vt:lpstr>
      <vt:lpstr> 5. Trees</vt:lpstr>
      <vt:lpstr>6. Heap &amp; Priority Queue</vt:lpstr>
      <vt:lpstr> 7. Graphs</vt:lpstr>
      <vt:lpstr>8. Recursion &amp; Backtracking</vt:lpstr>
      <vt:lpstr>9. Dynamic Programming (DP)</vt:lpstr>
      <vt:lpstr>10. Bit Manipulation</vt:lpstr>
      <vt:lpstr>11. Mathematics &amp; Number Theory</vt:lpstr>
      <vt:lpstr>12. Advanced Data Structures (Optional but Useful)</vt:lpstr>
      <vt:lpstr>13. Practice-Focused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PRAJAPATI</dc:creator>
  <cp:lastModifiedBy>MOHIT PRAJAPATI</cp:lastModifiedBy>
  <cp:revision>3</cp:revision>
  <dcterms:created xsi:type="dcterms:W3CDTF">2025-11-15T06:28:51Z</dcterms:created>
  <dcterms:modified xsi:type="dcterms:W3CDTF">2025-11-22T07:16:19Z</dcterms:modified>
</cp:coreProperties>
</file>